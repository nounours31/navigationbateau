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42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05B1A-2465-4D7E-8F58-AFDD05697B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C09D9B-2F1E-49D5-95AC-3506FDD15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43D39D-FF91-4FC1-8F1D-B62FC108D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7E9C2-F5CD-4E25-9329-EAC279017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F4E34-554A-4F7F-B65E-778E21B70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18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2359-76C2-45DC-BAEC-1FAA39F3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2B816F-B839-4EB1-8C77-05B34BB2B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6B984-29F1-4600-BB85-29DE1F923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B8A51-34BD-4610-8AFE-63977FF96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F6A4F-9176-4A6A-A289-E5D699AFD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950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D80862-3586-4AC9-ACA6-D6A4A30A7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5CD5C0-4034-41AE-8AB8-95F63E78D4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36198-9997-4640-8F7C-138226C32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B94C2-C2AE-447D-AE00-D75513F77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1E8E5-A9B3-4D51-A57A-0ECB1721A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1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7F25A-FB06-4916-8C93-8CD722BCF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1AFAA-630C-45B3-B05A-F2D901549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67849D-3F68-4ABC-9556-ECF4BC16CB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7BA93-C3F6-4AE8-8834-99A66D24F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E20B32-AD89-448C-8167-380C64BF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E0BEE-6ADA-448A-9DB8-B33C86CC4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6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A60E-B697-4E04-946A-90C4C1731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C60097-5090-45EC-BDB2-8BDB71AF5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005E18-1DA8-4E50-A334-7DB37334C6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4C55F6-FB50-47D5-AA06-5209247E5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F237B-69EE-492A-AC59-F32D841394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5CF3E0-FB96-4C09-B385-BAE5B648E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5E5924-3C65-4C92-9301-27DFA0CFC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FE1698-91F9-4760-BCF6-82794EBB5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76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DD97-2C26-44BD-AB78-578E8E575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C57755-28D3-4D7A-8905-00E9EDB9D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9BFD5-4E64-48FF-9245-35E98697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7B624F-611F-4E1D-AED0-284284EC4A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5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539FA0-DCFD-4041-B746-21EBD8AF9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3286C3-3DDC-4FCB-AD62-ABA047128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5C17F-FEEA-4F07-B6FF-F11D759CA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086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6414-E080-454F-B214-231BD5DB8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3ADBF-84F2-4D1C-8C9C-00DE5E328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09A69D-43E1-4CD0-B189-982203ABD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287205-2E8B-4FAE-BB31-669A6F329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4815F9-9B7C-41BD-AE47-5BF68A3AE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65E2E-92BD-40F0-B72C-063BCEA3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600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2638-239B-42B3-B432-A4CD00721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423C3-69FD-40F6-A5FD-10C734FE4F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8C1E7C-4FEC-4F05-8179-C5E33B7BA7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50375-B9C9-4B32-8FB3-2FE09CE32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5D109-5FE3-4408-B22F-9583B6F57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73337E-3B5F-430A-AB2F-7EB605BAF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694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F9872-0BF0-4920-B2A1-09E5BC77B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E636B0-02A6-44A7-A01F-C5C9D9319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5123D-BE35-4736-8F78-11DC5A033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EB05E-606F-45E2-BF67-6AD7340AA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CAF0C-064E-4B70-8C80-6FD64DE56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076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7E5C2C-B5DE-438F-8F4B-E4F11DAEC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C0C92-29A9-49F8-B324-18C18A865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7294D-5361-48AF-9F42-CB6FBB90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24AA11-02CD-4D64-90F5-2BF630BC8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47CD55-D89F-4946-8888-6F33F1BEA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9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895C73-0AC9-4449-BCA6-378210A29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0CCD-8E4D-4984-8D3D-D55E6A04C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F8C03-FDD7-4343-B6BD-DD9AF31967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876960-82ED-49DD-A6F8-3F3DDAC9555B}" type="datetimeFigureOut">
              <a:rPr lang="en-US" smtClean="0"/>
              <a:t>01/02/2025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F2CD18-E3E7-4433-B4E2-273AC8619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34B2B-3E91-47C4-A410-8C9EC1F5D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D1120D-C520-46B4-9910-2F25221273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36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53EF1-CFBF-42C4-BF3D-2CA335C58C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8CFC5-5BC3-4007-8029-8E2F9B19CA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14B00A-E9EE-45D3-A987-22D067A82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06" y="712635"/>
            <a:ext cx="5979137" cy="358288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6F5405-C418-4E14-97FF-3ADA8C60E246}"/>
              </a:ext>
            </a:extLst>
          </p:cNvPr>
          <p:cNvSpPr txBox="1"/>
          <p:nvPr/>
        </p:nvSpPr>
        <p:spPr>
          <a:xfrm>
            <a:off x="187569" y="3838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https://rhodesmill.org/skyfield/planets.html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A66833-F7C8-4FB4-8941-09F30779A7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9535" y="3429000"/>
            <a:ext cx="7149228" cy="3243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010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FAGES Pierre</dc:creator>
  <cp:lastModifiedBy>FAGES Pierre</cp:lastModifiedBy>
  <cp:revision>2</cp:revision>
  <dcterms:created xsi:type="dcterms:W3CDTF">2025-01-02T14:58:47Z</dcterms:created>
  <dcterms:modified xsi:type="dcterms:W3CDTF">2025-01-02T16:39:35Z</dcterms:modified>
</cp:coreProperties>
</file>