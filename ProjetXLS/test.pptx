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2957-D468-426C-AD2D-26039E11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A5253-0862-43FB-876F-1C5375663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9FA2-C2BD-48F0-9E45-9F4C5BD45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79D38-5CC8-4827-B4AC-7DBFBDF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436CF-09EB-4DD5-9B71-F00D1729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05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1FCD-9C2B-423A-AAFF-4614B4BE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6E9D-FE8B-4784-A4C3-F8E2959E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2C6D4-5750-494B-8E0D-D7BE8078D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78372-6273-4B56-B3FD-02171C75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8103-4C98-4EE5-82DB-1AFD8067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40DD-1BCD-48FB-94B7-4C023B24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427A4-FD87-45B3-9519-5F9F3613B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080C-9550-47B3-B654-851651EA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7F46-AC80-4101-85B7-8838C8FA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9EC8-8D62-41EB-A07A-CA30E9D7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35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33D1-10AF-45FD-B662-0CF92011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73C8-A806-4804-A42D-CA999772A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C14CE-8CA8-4F1A-A626-624238998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1A0D8-C09B-42C6-A355-9FE6835C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F0940-59D0-4512-AE91-4C2DC08E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EB15A-CFCD-4757-A58A-9719ACBC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88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E891-09AC-432B-A5A4-1B9F2FE7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97C0A-F8EE-4F78-A329-8279C996F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587A3-64D6-4906-B0F8-F93A97568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C9B73-68CC-4B91-9308-D52E57220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C42B6-BE28-40C4-BBD9-FD7FCE1EC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A33A1-15A2-47A1-A655-4E801B63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A050E-4DBF-43CC-B1B6-516D984F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B322B-C731-415B-96B9-1A213A6E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58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1499-1A08-4A56-BCF3-22E2DEB9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B3455-E4D8-4B71-B5A4-F14C8105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A64CA-94B8-4A3B-8783-797A6570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25562-F54B-49F4-BEE3-EF4993C3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14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15E30-A711-4E9F-882F-3223276C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441F0-18C9-4903-A542-3E0038CF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0F761-ADF8-42BB-AA42-7B866452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03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E226-9C73-4423-92EF-446A6E56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EB6B-69CD-4A1F-AB4D-97FF545B7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0CFD6-4D8B-4EEE-AF7D-C1068ED1A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51258-19BD-4A40-BF5C-CC3E2E14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B8DF-EEC8-413C-9E5C-4E68FD9D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0A432-196A-4C5D-AF73-4CDD4286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28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599C-3E12-417C-A636-2B0CD772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EB118-0094-4177-9226-1FD4CFF08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3D906-784F-49F1-A7D5-4D23B008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9CB21-6B47-4F0B-AF1C-C7E8B7C81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92672-F490-4EEA-8748-D29BED5F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2FB8E-4D4D-4752-87B5-2850651F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6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C6E9-3039-45D0-B8E7-0DEF2345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67BD2-52F9-4BD0-BD91-C55C61CBC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89EF8-0812-45EC-8677-476D73B3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2E506-7B8C-4D45-8635-16FF4CD2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B6231-6B79-48AF-ACD2-3C656978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8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61DE0-F650-4FDD-97B2-5AD5C5D29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29DB2-CAE9-4053-AB9E-99E0CFAF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535C6-2701-48C3-B71E-C7CE8CDE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87AD7-D1CE-4D43-91BF-03B3709F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9753F-2E94-4856-AC45-F60B0084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634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B7C0B-EF2F-4AC9-A334-118B52E7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990B9-8D1F-4F99-8AD9-116D022B4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49BF5-EA2D-4D86-8F71-C0A625D1C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27491-32C0-4BFF-A6ED-1D31B1F694F8}" type="datetimeFigureOut">
              <a:rPr lang="fr-FR" smtClean="0"/>
              <a:t>22/08/2024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1985-DEA0-43EA-BCA2-7D1133FE0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66F24-21E1-4F63-9B1B-260CB29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91F0A-DC88-4F7B-B9E9-62153FCF6F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23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04C5759-214A-4118-956F-A68491E358CA}"/>
              </a:ext>
            </a:extLst>
          </p:cNvPr>
          <p:cNvSpPr/>
          <p:nvPr/>
        </p:nvSpPr>
        <p:spPr>
          <a:xfrm>
            <a:off x="2221837" y="448547"/>
            <a:ext cx="4572000" cy="4572000"/>
          </a:xfrm>
          <a:prstGeom prst="ellipse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99DBC1-239E-4A2F-BB7B-5AE630CEA948}"/>
              </a:ext>
            </a:extLst>
          </p:cNvPr>
          <p:cNvSpPr/>
          <p:nvPr/>
        </p:nvSpPr>
        <p:spPr>
          <a:xfrm>
            <a:off x="5347854" y="2734547"/>
            <a:ext cx="2743200" cy="2743200"/>
          </a:xfrm>
          <a:prstGeom prst="ellipse">
            <a:avLst/>
          </a:prstGeom>
          <a:noFill/>
          <a:ln w="31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620D47-E121-4B76-96BE-40EE98C1B837}"/>
              </a:ext>
            </a:extLst>
          </p:cNvPr>
          <p:cNvCxnSpPr>
            <a:cxnSpLocks/>
            <a:stCxn id="4" idx="6"/>
          </p:cNvCxnSpPr>
          <p:nvPr/>
        </p:nvCxnSpPr>
        <p:spPr>
          <a:xfrm flipH="1">
            <a:off x="5541819" y="2734547"/>
            <a:ext cx="1252018" cy="204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0B398D-80E5-4461-931C-A03368211273}"/>
              </a:ext>
            </a:extLst>
          </p:cNvPr>
          <p:cNvCxnSpPr>
            <a:stCxn id="4" idx="3"/>
            <a:endCxn id="4" idx="5"/>
          </p:cNvCxnSpPr>
          <p:nvPr/>
        </p:nvCxnSpPr>
        <p:spPr>
          <a:xfrm>
            <a:off x="2891391" y="4350993"/>
            <a:ext cx="323289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55817B-0899-46C1-B474-F39ABFF627DA}"/>
              </a:ext>
            </a:extLst>
          </p:cNvPr>
          <p:cNvCxnSpPr>
            <a:stCxn id="4" idx="5"/>
            <a:endCxn id="5" idx="5"/>
          </p:cNvCxnSpPr>
          <p:nvPr/>
        </p:nvCxnSpPr>
        <p:spPr>
          <a:xfrm>
            <a:off x="6124283" y="4350993"/>
            <a:ext cx="1565039" cy="725022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5C5563C-966E-4F57-B35E-FBCF4EF41648}"/>
              </a:ext>
            </a:extLst>
          </p:cNvPr>
          <p:cNvSpPr/>
          <p:nvPr/>
        </p:nvSpPr>
        <p:spPr>
          <a:xfrm>
            <a:off x="2834853" y="4305272"/>
            <a:ext cx="91440" cy="914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0CC6C9-ED37-4648-A757-2633F1B6715A}"/>
              </a:ext>
            </a:extLst>
          </p:cNvPr>
          <p:cNvSpPr/>
          <p:nvPr/>
        </p:nvSpPr>
        <p:spPr>
          <a:xfrm>
            <a:off x="6071308" y="4305272"/>
            <a:ext cx="91440" cy="914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07FF03-53E1-4AE2-BC5E-53FC226B4990}"/>
              </a:ext>
            </a:extLst>
          </p:cNvPr>
          <p:cNvSpPr/>
          <p:nvPr/>
        </p:nvSpPr>
        <p:spPr>
          <a:xfrm>
            <a:off x="7654420" y="5020547"/>
            <a:ext cx="91440" cy="914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AB6D3E9-0BA3-47F9-80B6-5E3BF6C726F3}"/>
              </a:ext>
            </a:extLst>
          </p:cNvPr>
          <p:cNvSpPr/>
          <p:nvPr/>
        </p:nvSpPr>
        <p:spPr>
          <a:xfrm>
            <a:off x="3555334" y="448547"/>
            <a:ext cx="1789411" cy="447514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33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FAGES Pierre</dc:creator>
  <cp:lastModifiedBy>FAGES Pierre</cp:lastModifiedBy>
  <cp:revision>2</cp:revision>
  <dcterms:created xsi:type="dcterms:W3CDTF">2024-08-22T14:52:27Z</dcterms:created>
  <dcterms:modified xsi:type="dcterms:W3CDTF">2024-08-22T17:57:00Z</dcterms:modified>
</cp:coreProperties>
</file>