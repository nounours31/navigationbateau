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6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2E7C-4506-4B34-A563-F255D53CD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9AD3F-DB60-486A-AC56-C91FB01D3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953DF-8834-4E11-B741-911D8763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05B4D-F77E-40DD-A547-2CBD8DDB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26F15-C653-45C6-9A90-66453620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9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6EE8-BE46-47E3-A0F4-3A2FFB1A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6EC69-3503-4E93-9111-CE39322A2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F22B-6098-44B9-8EA4-560FC70E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EFA16-9D01-45C6-8EC4-03FA0265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61C8B-D5C9-404B-9330-1274068C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41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5CA0E-15CD-4022-AD37-E7D5D1295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A593A-69F4-4C31-A130-E1DF733F3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BBC70-9CED-4F8E-84FD-9462D18ED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52039-D52F-4C6E-855D-6EE7C17B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D51FD-2528-4CFC-B17A-385095FF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2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B192-F95C-43B3-8BCA-33AC8F56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EE31E-1A56-45B6-9357-FAF019A82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DA0CC-2D29-4C57-97E3-6AD062BF3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9BC02-6C7C-4E53-AA2B-1B92B2323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356ED-7B5F-418D-9929-A9ECD37C1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57FBE-B390-474C-829F-7BFBA6EAD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0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6070-B3D2-4318-8CAF-961ED6DD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9C472-AD12-4F2D-8C6B-1AF0B8B3F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DECFA-84F0-453B-B540-070D137DC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F91ED-C212-48A8-B5DF-7BA443649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1747B-E127-4A18-BC26-95582E64E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150975-A1E1-47B8-AF17-3B2ADBD6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2EED2-FEE5-4AE7-9D9A-1FFFAD10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A4FB8-8056-4A3C-BC99-0AE3A9A1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8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A8949-774F-4D89-BE98-66D75373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D0D16-76F1-4684-B47C-E6234AD3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D459E-68CD-462C-B752-7621D0A2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1429C-AA1A-4488-9FCC-CAC9362E3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9B1E7-6756-4539-BE68-E43994F19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E01CC5-51C8-40C4-9DA6-BF7E58B51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3955C-34C2-495C-B390-D0793EAA6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2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22D1C-94A8-4AC7-BE76-C3C6EE693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9018-40E1-4211-826F-8114FB514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3EA93-63D0-46CA-8183-DDFFCA55D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15AFF-7DDF-4114-95EF-C58376B0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8603A-776F-47B8-8669-59667299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CB896-390D-4D7B-8F80-4187B105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0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2815-AFB8-45B3-9DAA-6E1E7F538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50FD89-7C17-4E2D-9922-DEB1303FA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EF460-7805-4B24-8260-B96DB3BA0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3EB57-3B8F-41A1-AADE-744D6859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BCA42-6462-483F-86A2-45769E83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AF8CD-A4B3-4ED3-A26F-0906EE54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4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4F14E-AF55-4BB3-85C8-792835D5A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371BB-D72B-48FB-B6BD-CF298C3B2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172E5-2A6B-4FAB-B67A-478CAA3D2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BAD2E-A73B-40C6-9D82-CDC54D43B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A5052-0922-4247-B06E-5CFC505E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DA7923-9AF3-4B48-BCBD-E46AEE622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57AC3-C03C-4B02-A248-8DBF6D173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00301-1733-4E85-BA63-FCAB2289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FCFA6-D329-4B3D-919B-6E47C22D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E939C-EAD6-43AE-B0B8-17F3BF23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2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6DA9B-ADEC-4A3D-8FA1-98651D38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E5171-94E0-4830-ADEE-FD82F58E2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ABD8F-8FAD-455D-AF46-630309F11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C1FBD-C8D6-461C-BB5A-3F8B3A12A091}" type="datetimeFigureOut">
              <a:rPr lang="en-US" smtClean="0"/>
              <a:t>06/25/2025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D193C-8DB9-4964-B13C-7CB497156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27A5F-A158-4C62-BB0C-CFCD823CC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8B7B8-2F86-4DDB-B96C-EAC488883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3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6E0A-C66D-44CA-9720-1AE0E5AB5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C542-ACF4-4A8F-9B05-8D7B8D047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1BD08-405F-4D99-BC3E-53D47B85B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03" y="1831775"/>
            <a:ext cx="2715004" cy="28483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8DC57-4DA2-47D8-AA1C-44BC01B33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53" y="93275"/>
            <a:ext cx="3067478" cy="1562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A3D671-E334-422B-B10D-2AFD50D10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233" y="93275"/>
            <a:ext cx="5439534" cy="39915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B1891A-DB20-409E-B626-D7C5EC4A3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859" y="3509963"/>
            <a:ext cx="5563376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1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E32B985-0D68-497E-A052-496F9A7B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" y="6963"/>
            <a:ext cx="4658375" cy="2715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EF1C00-C8D7-4244-8D91-B410457D8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118631" y="1723788"/>
            <a:ext cx="6382641" cy="34104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107393-8919-4EA5-9A7F-75114C069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243291" y="2162996"/>
            <a:ext cx="5115639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6E0A-C66D-44CA-9720-1AE0E5AB5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C542-ACF4-4A8F-9B05-8D7B8D047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F4A3E5-2325-4143-8889-3D23BE3E8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92" y="213853"/>
            <a:ext cx="5563376" cy="3296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7B0B6-6072-44DA-9089-A9BA03375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551" y="213853"/>
            <a:ext cx="5925377" cy="3896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CC4C52-654C-4FD3-8B7C-09BF1A5DF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917" y="3697057"/>
            <a:ext cx="6296904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6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6E0A-C66D-44CA-9720-1AE0E5AB5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C542-ACF4-4A8F-9B05-8D7B8D047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A3D671-E334-422B-B10D-2AFD50D10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233" y="1433234"/>
            <a:ext cx="5439534" cy="39915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64060-0146-4CFA-A66A-D617697E1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673" y="3680184"/>
            <a:ext cx="4658375" cy="2715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F4A3E5-2325-4143-8889-3D23BE3E8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140" y="230382"/>
            <a:ext cx="5563376" cy="3296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7B0B6-6072-44DA-9089-A9BA03375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3311" y="1480865"/>
            <a:ext cx="5925377" cy="3896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CC4C52-654C-4FD3-8B7C-09BF1A5DFE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7548" y="1776182"/>
            <a:ext cx="6296904" cy="3305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BC627D-0797-44F1-8797-CE4DA4EEAB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8178" y="2480488"/>
            <a:ext cx="6277851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1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6E0A-C66D-44CA-9720-1AE0E5AB5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C542-ACF4-4A8F-9B05-8D7B8D047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1BD08-405F-4D99-BC3E-53D47B85B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996" y="127379"/>
            <a:ext cx="2715004" cy="28483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8DC57-4DA2-47D8-AA1C-44BC01B33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53" y="127379"/>
            <a:ext cx="3067478" cy="1562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A3D671-E334-422B-B10D-2AFD50D10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233" y="1433234"/>
            <a:ext cx="5439534" cy="3991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9F8DF9-8EFF-4ACA-B6D8-5BF59681D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51190" y="1738065"/>
            <a:ext cx="5115639" cy="3543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64060-0146-4CFA-A66A-D617697E15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673" y="3680184"/>
            <a:ext cx="4658375" cy="2715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F4A3E5-2325-4143-8889-3D23BE3E8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140" y="230382"/>
            <a:ext cx="5563376" cy="3296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7B0B6-6072-44DA-9089-A9BA03375F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3311" y="1480865"/>
            <a:ext cx="5925377" cy="3896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CC4C52-654C-4FD3-8B7C-09BF1A5DFE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7548" y="1776182"/>
            <a:ext cx="6296904" cy="33056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D3AAF2-759A-44EB-BC14-B96D94A9D3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2904679" y="1723787"/>
            <a:ext cx="6382641" cy="34104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BC627D-0797-44F1-8797-CE4DA4EEAB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57074" y="1914313"/>
            <a:ext cx="6277851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76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FAGES Pierre</dc:creator>
  <cp:lastModifiedBy>FAGES Pierre</cp:lastModifiedBy>
  <cp:revision>2</cp:revision>
  <dcterms:created xsi:type="dcterms:W3CDTF">2025-06-25T10:03:57Z</dcterms:created>
  <dcterms:modified xsi:type="dcterms:W3CDTF">2025-06-25T10:12:53Z</dcterms:modified>
</cp:coreProperties>
</file>