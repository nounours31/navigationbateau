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2T16:22:26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1,'7'0,"15"0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29E51-C677-E8B9-B628-2AEBBD40B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D48392-D122-86FB-984A-BF73AF1A8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28ACE6-9D1F-ED51-74D1-9CB89956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49C7F3-904C-8283-714D-FCC869E2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B8D458-036F-23D3-8D4F-CD10250A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81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D0C2AD-0460-34BC-9B10-A40518E2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94DDC1-1B3A-79EE-4A02-1E2F767E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8F72F9-8625-A4F4-322F-07AE9863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2A1B0A-641D-1F16-58EA-963012D5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2BC5A9-A9E6-A9E3-7AF6-4FAF67E9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79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6726E-F96E-E79D-7AF2-33DEA1E3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D7ADB2-0796-D813-632F-21E4F37E6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CBE09F-B06D-8A28-D279-A658A701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EDFABA-0B2D-261B-AEAD-8D1439CF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90D4E6-4F50-E80C-63EB-560A5D80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63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8B8201-E97F-B7DE-EB4D-281B0A85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7FC85B-3471-197C-CA6F-5E259B1E8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5128F7-CD12-1F87-2BC0-B19C8574E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468A5B-824E-5FD2-10A7-4EA981C1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5D2445-4A5E-F564-907C-98324D92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40953F-1C65-BB99-1432-EBEF5FA1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4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7143A9-A625-6FD9-8B49-0BD3FB4CF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13A8A0-AAFD-F861-86B2-9995FACA8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051E52-22B0-D6B2-9069-C7B054B72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39589EF-C00B-E84B-3C41-A8F660EE7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62BE0-EC46-1D8A-B9C9-E6A7E3836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DF30FC-BEE1-8C52-8A8D-405EBF3B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E043C56-6F67-FC7F-1F0D-926C8E1E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113F66-DA7B-0A92-AF02-8157760A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83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DC1621-6FF3-F232-F1DF-3073D20F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37FCC8-F344-5369-C74B-31475245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06AE91-F929-6D44-33B8-D1F22EB2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466C68-6861-16A4-F659-F9CFF1AF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05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B53035-7229-1B8C-F896-0D12ECB3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366909-DA53-977A-CD17-9E86C9A9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96E86A-517C-A98D-73A7-6E7B5A77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19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5F162-9105-71F0-4ECE-63808EB5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6388CD-588A-B086-25B9-C29F3A321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109490-EB29-8567-6C46-4AD81EDD7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B74F9F-0949-6ED0-8015-6AB95B6F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815278-0D8E-90A6-B04F-5BEF5A28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69A52E-EC76-1F47-348F-8CACF755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0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DA8EA-4D9D-5953-BB24-5320E2D8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EE0F3D-980E-AE56-2A28-B469511A5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B6A357-AE0E-41A7-ADAA-28E856C80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494AE2-07D7-46C8-708D-038BD6AF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BBE229-91E8-E859-3AC3-6D21132E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CBBAF2-50E6-EC31-7791-61114EDE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2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AD84B-31DB-F710-F5BE-E054DEB6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B1E3B2E-13F9-724D-D7F4-EB224E16E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0FF3AC-F29A-8856-C7FA-E71A6F05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89D009-35CE-790A-D1DD-1EDB6A49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333ACB-5CCB-23CF-F5A2-0B7A4A74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69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49CE79-BEF6-55CD-9783-C59D2D13C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16B20C-A275-E7E2-9790-C93B22AE8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FF10F0-80FF-0529-32A2-5801178F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6BD0F-B633-831E-F636-E0339CDC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64EEF0-253C-DB18-92D3-9F2F74A2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99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4A426D-654A-0965-24FA-38EC2F8B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BD651B-EAE8-1901-17E6-E65F51F42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50298A-7BD6-E8E2-6446-49A2AC48E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262F-BA82-4ED6-961F-AE5F9694C6A1}" type="datetimeFigureOut">
              <a:rPr lang="fr-FR" smtClean="0"/>
              <a:t>22/06/2025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1CD6C2-2E35-57A0-020F-D7B3D85FC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C4DABF-3A59-F9EE-8137-C2D100C77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957A0-D5A0-46D4-A9AF-097AB16FCE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58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690FE35-C26A-9B4F-B1E6-47201BFBB26E}"/>
              </a:ext>
            </a:extLst>
          </p:cNvPr>
          <p:cNvCxnSpPr>
            <a:cxnSpLocks/>
          </p:cNvCxnSpPr>
          <p:nvPr/>
        </p:nvCxnSpPr>
        <p:spPr>
          <a:xfrm flipV="1">
            <a:off x="6276698" y="292963"/>
            <a:ext cx="0" cy="6303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7DB1E4A3-4116-444C-379C-CA6AA354DE5D}"/>
              </a:ext>
            </a:extLst>
          </p:cNvPr>
          <p:cNvSpPr/>
          <p:nvPr/>
        </p:nvSpPr>
        <p:spPr>
          <a:xfrm>
            <a:off x="3576698" y="514907"/>
            <a:ext cx="5400000" cy="5400000"/>
          </a:xfrm>
          <a:prstGeom prst="arc">
            <a:avLst>
              <a:gd name="adj1" fmla="val 16200000"/>
              <a:gd name="adj2" fmla="val 1858075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BF04C83-ACAE-EBC6-7610-3DC6AD5543A0}"/>
              </a:ext>
            </a:extLst>
          </p:cNvPr>
          <p:cNvCxnSpPr>
            <a:cxnSpLocks/>
          </p:cNvCxnSpPr>
          <p:nvPr/>
        </p:nvCxnSpPr>
        <p:spPr>
          <a:xfrm>
            <a:off x="2080591" y="3222585"/>
            <a:ext cx="83922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FBA2973-F45A-86B9-D70F-9AB15CDC3737}"/>
              </a:ext>
            </a:extLst>
          </p:cNvPr>
          <p:cNvCxnSpPr>
            <a:cxnSpLocks/>
          </p:cNvCxnSpPr>
          <p:nvPr/>
        </p:nvCxnSpPr>
        <p:spPr>
          <a:xfrm flipV="1">
            <a:off x="6269780" y="499727"/>
            <a:ext cx="2264400" cy="2722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76AAC66-D238-5954-ABEB-4E6226D45421}"/>
              </a:ext>
            </a:extLst>
          </p:cNvPr>
          <p:cNvCxnSpPr/>
          <p:nvPr/>
        </p:nvCxnSpPr>
        <p:spPr>
          <a:xfrm>
            <a:off x="6269780" y="499727"/>
            <a:ext cx="226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plein 23">
            <a:extLst>
              <a:ext uri="{FF2B5EF4-FFF2-40B4-BE49-F238E27FC236}">
                <a16:creationId xmlns:a16="http://schemas.microsoft.com/office/drawing/2014/main" id="{B2D23FBC-F1A9-F04E-43BF-D4E74E3E5ADF}"/>
              </a:ext>
            </a:extLst>
          </p:cNvPr>
          <p:cNvSpPr/>
          <p:nvPr/>
        </p:nvSpPr>
        <p:spPr>
          <a:xfrm>
            <a:off x="3995225" y="1350498"/>
            <a:ext cx="3038621" cy="3052690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C585D38C-9867-5AE2-130D-DD95C7B58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36"/>
            <a:ext cx="457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E7316175-A406-C0E2-CCF9-7DCA0CA5D23C}"/>
                  </a:ext>
                </a:extLst>
              </p14:cNvPr>
              <p14:cNvContentPartPr/>
              <p14:nvPr/>
            </p14:nvContentPartPr>
            <p14:xfrm>
              <a:off x="7877105" y="758825"/>
              <a:ext cx="10800" cy="360"/>
            </p14:xfrm>
          </p:contentPart>
        </mc:Choice>
        <mc:Fallback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E7316175-A406-C0E2-CCF9-7DCA0CA5D2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3465" y="651185"/>
                <a:ext cx="11844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Image 28">
            <a:extLst>
              <a:ext uri="{FF2B5EF4-FFF2-40B4-BE49-F238E27FC236}">
                <a16:creationId xmlns:a16="http://schemas.microsoft.com/office/drawing/2014/main" id="{9985ED1A-B706-58FB-AD95-955CD0E6FC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282" y="0"/>
            <a:ext cx="4903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4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EE0158-EDF7-AAA5-3E5C-C1A6CE8D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A7A405D-E357-21AB-C964-99C8CD857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748" y="1825625"/>
            <a:ext cx="3610503" cy="4351338"/>
          </a:xfrm>
        </p:spPr>
      </p:pic>
    </p:spTree>
    <p:extLst>
      <p:ext uri="{BB962C8B-B14F-4D97-AF65-F5344CB8AC3E}">
        <p14:creationId xmlns:p14="http://schemas.microsoft.com/office/powerpoint/2010/main" val="555949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7AF2E7-2CD1-A3EA-240F-518774B6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1AEB4E4-DF89-871A-A7BC-8987DB245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144" y="1825625"/>
            <a:ext cx="5569712" cy="4351338"/>
          </a:xfrm>
        </p:spPr>
      </p:pic>
    </p:spTree>
    <p:extLst>
      <p:ext uri="{BB962C8B-B14F-4D97-AF65-F5344CB8AC3E}">
        <p14:creationId xmlns:p14="http://schemas.microsoft.com/office/powerpoint/2010/main" val="224590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69B3756-985F-A8D9-000A-8368FBC39715}"/>
              </a:ext>
            </a:extLst>
          </p:cNvPr>
          <p:cNvSpPr/>
          <p:nvPr/>
        </p:nvSpPr>
        <p:spPr>
          <a:xfrm>
            <a:off x="3036000" y="369000"/>
            <a:ext cx="6120000" cy="61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1BD3ECC-B8E7-F256-3A48-79E619A723CB}"/>
              </a:ext>
            </a:extLst>
          </p:cNvPr>
          <p:cNvSpPr/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FEDCD1F-3C64-421D-E9E4-61B2E74ED642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161EF43-DF85-3EC6-7A39-C60CCFB704BD}"/>
              </a:ext>
            </a:extLst>
          </p:cNvPr>
          <p:cNvSpPr/>
          <p:nvPr/>
        </p:nvSpPr>
        <p:spPr>
          <a:xfrm>
            <a:off x="3576000" y="909000"/>
            <a:ext cx="5040000" cy="50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C26E0FC-48C5-DB05-56AB-5B37FAC1ED1D}"/>
              </a:ext>
            </a:extLst>
          </p:cNvPr>
          <p:cNvSpPr/>
          <p:nvPr/>
        </p:nvSpPr>
        <p:spPr>
          <a:xfrm>
            <a:off x="3756000" y="1089000"/>
            <a:ext cx="4680000" cy="46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C5D3C97-D7AE-0A70-E147-287DAEA8F5D1}"/>
              </a:ext>
            </a:extLst>
          </p:cNvPr>
          <p:cNvSpPr/>
          <p:nvPr/>
        </p:nvSpPr>
        <p:spPr>
          <a:xfrm>
            <a:off x="3936000" y="1269000"/>
            <a:ext cx="4320000" cy="43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357A4AE-CE95-0086-48AE-3583F07BF4BD}"/>
              </a:ext>
            </a:extLst>
          </p:cNvPr>
          <p:cNvSpPr/>
          <p:nvPr/>
        </p:nvSpPr>
        <p:spPr>
          <a:xfrm>
            <a:off x="4116000" y="1449000"/>
            <a:ext cx="3960000" cy="39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CD926E9-F0D5-E4D4-FA22-904B41CA12D5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F789DC2-B523-648B-16AA-AA95F31495BE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5A1EA2D-08B8-F9CF-6B82-4EC6BFA5E57B}"/>
              </a:ext>
            </a:extLst>
          </p:cNvPr>
          <p:cNvSpPr/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F7CA1E0-AA2B-2157-0DAC-93E9952436A5}"/>
              </a:ext>
            </a:extLst>
          </p:cNvPr>
          <p:cNvSpPr/>
          <p:nvPr/>
        </p:nvSpPr>
        <p:spPr>
          <a:xfrm>
            <a:off x="4836000" y="2169000"/>
            <a:ext cx="2520000" cy="25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CD1C014-7365-2AE1-4AA0-75295CE1B2CA}"/>
              </a:ext>
            </a:extLst>
          </p:cNvPr>
          <p:cNvSpPr/>
          <p:nvPr/>
        </p:nvSpPr>
        <p:spPr>
          <a:xfrm>
            <a:off x="5016000" y="2349000"/>
            <a:ext cx="2160000" cy="21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E0D5324-488E-37BF-C400-0FF60D2510A2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34DB53-69A9-1C39-A9DB-2F275A0308DE}"/>
              </a:ext>
            </a:extLst>
          </p:cNvPr>
          <p:cNvSpPr/>
          <p:nvPr/>
        </p:nvSpPr>
        <p:spPr>
          <a:xfrm>
            <a:off x="5376000" y="2709000"/>
            <a:ext cx="1440000" cy="14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18F1A21-5C83-722B-36D2-4E98C6C9B05E}"/>
              </a:ext>
            </a:extLst>
          </p:cNvPr>
          <p:cNvSpPr/>
          <p:nvPr/>
        </p:nvSpPr>
        <p:spPr>
          <a:xfrm>
            <a:off x="5556000" y="2889000"/>
            <a:ext cx="1080000" cy="10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1AE5204-7418-9D3B-55F9-3A18A4895526}"/>
              </a:ext>
            </a:extLst>
          </p:cNvPr>
          <p:cNvSpPr/>
          <p:nvPr/>
        </p:nvSpPr>
        <p:spPr>
          <a:xfrm>
            <a:off x="5736000" y="3069000"/>
            <a:ext cx="720000" cy="7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FD2D463-EE71-E220-36F1-6DCFA632F8A9}"/>
              </a:ext>
            </a:extLst>
          </p:cNvPr>
          <p:cNvSpPr/>
          <p:nvPr/>
        </p:nvSpPr>
        <p:spPr>
          <a:xfrm>
            <a:off x="5916000" y="3249000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600247F-CA40-0AF6-ACA3-B7CA6E6D1B01}"/>
              </a:ext>
            </a:extLst>
          </p:cNvPr>
          <p:cNvCxnSpPr>
            <a:stCxn id="4" idx="4"/>
          </p:cNvCxnSpPr>
          <p:nvPr/>
        </p:nvCxnSpPr>
        <p:spPr>
          <a:xfrm flipV="1">
            <a:off x="6096000" y="0"/>
            <a:ext cx="0" cy="648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4385E29A-AA2A-09E3-9409-909303243A81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3057773" cy="1093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6C039D2B-7237-1751-33B5-CF32A4D11EB1}"/>
              </a:ext>
            </a:extLst>
          </p:cNvPr>
          <p:cNvCxnSpPr/>
          <p:nvPr/>
        </p:nvCxnSpPr>
        <p:spPr>
          <a:xfrm flipV="1">
            <a:off x="6104016" y="918250"/>
            <a:ext cx="2084540" cy="250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48E2AE3E-1487-6426-8100-E987710B19BD}"/>
              </a:ext>
            </a:extLst>
          </p:cNvPr>
          <p:cNvCxnSpPr/>
          <p:nvPr/>
        </p:nvCxnSpPr>
        <p:spPr>
          <a:xfrm flipV="1">
            <a:off x="6104016" y="1299888"/>
            <a:ext cx="2486176" cy="2106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D6FABED7-97AF-9920-3619-30A9CED68A4F}"/>
              </a:ext>
            </a:extLst>
          </p:cNvPr>
          <p:cNvCxnSpPr/>
          <p:nvPr/>
        </p:nvCxnSpPr>
        <p:spPr>
          <a:xfrm flipV="1">
            <a:off x="6104016" y="1554833"/>
            <a:ext cx="2659343" cy="1882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AFE2AAAA-6F40-095E-7538-BB3D55842A20}"/>
              </a:ext>
            </a:extLst>
          </p:cNvPr>
          <p:cNvCxnSpPr/>
          <p:nvPr/>
        </p:nvCxnSpPr>
        <p:spPr>
          <a:xfrm flipV="1">
            <a:off x="6104016" y="1763442"/>
            <a:ext cx="2812271" cy="1643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40504C30-51AD-874C-F285-14D995A047C1}"/>
              </a:ext>
            </a:extLst>
          </p:cNvPr>
          <p:cNvCxnSpPr/>
          <p:nvPr/>
        </p:nvCxnSpPr>
        <p:spPr>
          <a:xfrm flipV="1">
            <a:off x="6104016" y="2276580"/>
            <a:ext cx="3052917" cy="1130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7A2504BD-4C23-FF82-16D6-0EEC250481A4}"/>
              </a:ext>
            </a:extLst>
          </p:cNvPr>
          <p:cNvCxnSpPr/>
          <p:nvPr/>
        </p:nvCxnSpPr>
        <p:spPr>
          <a:xfrm>
            <a:off x="6104016" y="3406736"/>
            <a:ext cx="2819371" cy="1608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5B4509E-B1C3-C4AA-A29A-80B4CD4F905D}"/>
              </a:ext>
            </a:extLst>
          </p:cNvPr>
          <p:cNvCxnSpPr/>
          <p:nvPr/>
        </p:nvCxnSpPr>
        <p:spPr>
          <a:xfrm>
            <a:off x="6104016" y="3406736"/>
            <a:ext cx="2495303" cy="2073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1AC5BC4-C5B0-BFF2-4CBE-8B57C430CA4C}"/>
              </a:ext>
            </a:extLst>
          </p:cNvPr>
          <p:cNvCxnSpPr/>
          <p:nvPr/>
        </p:nvCxnSpPr>
        <p:spPr>
          <a:xfrm>
            <a:off x="6104016" y="3406736"/>
            <a:ext cx="2095418" cy="2474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95F47FAD-D09F-713C-EE4B-22F20FE8EA09}"/>
              </a:ext>
            </a:extLst>
          </p:cNvPr>
          <p:cNvCxnSpPr/>
          <p:nvPr/>
        </p:nvCxnSpPr>
        <p:spPr>
          <a:xfrm>
            <a:off x="6104016" y="3406736"/>
            <a:ext cx="1631864" cy="2800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60DB34AD-69E6-0960-6D6A-AEECE0D7B188}"/>
              </a:ext>
            </a:extLst>
          </p:cNvPr>
          <p:cNvCxnSpPr/>
          <p:nvPr/>
        </p:nvCxnSpPr>
        <p:spPr>
          <a:xfrm>
            <a:off x="6104016" y="3406736"/>
            <a:ext cx="1118726" cy="3041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FA43BCDD-DEBA-B648-36B5-08D7FA06D72B}"/>
              </a:ext>
            </a:extLst>
          </p:cNvPr>
          <p:cNvCxnSpPr/>
          <p:nvPr/>
        </p:nvCxnSpPr>
        <p:spPr>
          <a:xfrm>
            <a:off x="6104016" y="3406736"/>
            <a:ext cx="571598" cy="318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89DB568-C032-6E00-C50C-BFAA9B8482E6}"/>
              </a:ext>
            </a:extLst>
          </p:cNvPr>
          <p:cNvSpPr txBox="1"/>
          <p:nvPr/>
        </p:nvSpPr>
        <p:spPr>
          <a:xfrm>
            <a:off x="8070807" y="704851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40°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75872D1A-A324-DF5F-AAC5-E727F51938AB}"/>
              </a:ext>
            </a:extLst>
          </p:cNvPr>
          <p:cNvSpPr txBox="1"/>
          <p:nvPr/>
        </p:nvSpPr>
        <p:spPr>
          <a:xfrm>
            <a:off x="8500789" y="109777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50°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62FE0585-193B-969E-C271-6A48507631C5}"/>
              </a:ext>
            </a:extLst>
          </p:cNvPr>
          <p:cNvSpPr txBox="1"/>
          <p:nvPr/>
        </p:nvSpPr>
        <p:spPr>
          <a:xfrm>
            <a:off x="8715638" y="1370440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55°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CB4D582-818A-07A9-C53A-88E946EEC523}"/>
              </a:ext>
            </a:extLst>
          </p:cNvPr>
          <p:cNvSpPr txBox="1"/>
          <p:nvPr/>
        </p:nvSpPr>
        <p:spPr>
          <a:xfrm>
            <a:off x="8854364" y="162065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60°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A6D398A2-8DEA-72C1-1BEB-5093010533B8}"/>
              </a:ext>
            </a:extLst>
          </p:cNvPr>
          <p:cNvSpPr txBox="1"/>
          <p:nvPr/>
        </p:nvSpPr>
        <p:spPr>
          <a:xfrm>
            <a:off x="9100502" y="2099630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70°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CDFC242B-1417-08A6-461F-98F056853538}"/>
              </a:ext>
            </a:extLst>
          </p:cNvPr>
          <p:cNvSpPr txBox="1"/>
          <p:nvPr/>
        </p:nvSpPr>
        <p:spPr>
          <a:xfrm>
            <a:off x="8843647" y="492335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120°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7FA388D-11B8-E8D7-BE49-052D9E884FC4}"/>
              </a:ext>
            </a:extLst>
          </p:cNvPr>
          <p:cNvSpPr txBox="1"/>
          <p:nvPr/>
        </p:nvSpPr>
        <p:spPr>
          <a:xfrm>
            <a:off x="8538060" y="5450998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130°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FF85C248-D0A7-A924-56CC-497BCE7B87F0}"/>
              </a:ext>
            </a:extLst>
          </p:cNvPr>
          <p:cNvSpPr txBox="1"/>
          <p:nvPr/>
        </p:nvSpPr>
        <p:spPr>
          <a:xfrm>
            <a:off x="8136602" y="584203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140°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938E6328-4BC5-F94F-F05A-89D73213425B}"/>
              </a:ext>
            </a:extLst>
          </p:cNvPr>
          <p:cNvSpPr txBox="1"/>
          <p:nvPr/>
        </p:nvSpPr>
        <p:spPr>
          <a:xfrm>
            <a:off x="7627214" y="6210245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150°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61E4177F-A486-0F45-D436-C2C1D9D62149}"/>
              </a:ext>
            </a:extLst>
          </p:cNvPr>
          <p:cNvSpPr txBox="1"/>
          <p:nvPr/>
        </p:nvSpPr>
        <p:spPr>
          <a:xfrm>
            <a:off x="7080239" y="645811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160°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539BD5AE-55A8-2326-1F03-6EE1CAC4C9CD}"/>
              </a:ext>
            </a:extLst>
          </p:cNvPr>
          <p:cNvSpPr txBox="1"/>
          <p:nvPr/>
        </p:nvSpPr>
        <p:spPr>
          <a:xfrm>
            <a:off x="6525588" y="661314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170°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73A8BEE3-C332-27A8-9094-831B5298B0CC}"/>
              </a:ext>
            </a:extLst>
          </p:cNvPr>
          <p:cNvSpPr txBox="1"/>
          <p:nvPr/>
        </p:nvSpPr>
        <p:spPr>
          <a:xfrm flipH="1">
            <a:off x="5916000" y="6642138"/>
            <a:ext cx="761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180°</a:t>
            </a: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ED89EDF3-06A1-00B8-1298-F3CFE49EA873}"/>
              </a:ext>
            </a:extLst>
          </p:cNvPr>
          <p:cNvCxnSpPr/>
          <p:nvPr/>
        </p:nvCxnSpPr>
        <p:spPr>
          <a:xfrm flipV="1">
            <a:off x="6104008" y="2841958"/>
            <a:ext cx="3200800" cy="583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185064FB-5655-37DA-332A-8DAB6F01AF27}"/>
              </a:ext>
            </a:extLst>
          </p:cNvPr>
          <p:cNvCxnSpPr/>
          <p:nvPr/>
        </p:nvCxnSpPr>
        <p:spPr>
          <a:xfrm flipV="1">
            <a:off x="6104008" y="3406456"/>
            <a:ext cx="3251431" cy="18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1518654C-2572-5358-9E2F-687BEBD132BE}"/>
              </a:ext>
            </a:extLst>
          </p:cNvPr>
          <p:cNvCxnSpPr/>
          <p:nvPr/>
        </p:nvCxnSpPr>
        <p:spPr>
          <a:xfrm>
            <a:off x="6104008" y="3424985"/>
            <a:ext cx="3203266" cy="546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7E222F1F-B1A5-DDC9-3C95-620098D6A701}"/>
              </a:ext>
            </a:extLst>
          </p:cNvPr>
          <p:cNvSpPr txBox="1"/>
          <p:nvPr/>
        </p:nvSpPr>
        <p:spPr>
          <a:xfrm>
            <a:off x="9252752" y="2698696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80°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AE60266-50C2-5D05-5BCA-B232C0144A58}"/>
              </a:ext>
            </a:extLst>
          </p:cNvPr>
          <p:cNvSpPr txBox="1"/>
          <p:nvPr/>
        </p:nvSpPr>
        <p:spPr>
          <a:xfrm>
            <a:off x="9323014" y="3275651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90°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4068FA6-476B-F2A7-269E-59D4AF4006B5}"/>
              </a:ext>
            </a:extLst>
          </p:cNvPr>
          <p:cNvSpPr txBox="1"/>
          <p:nvPr/>
        </p:nvSpPr>
        <p:spPr>
          <a:xfrm>
            <a:off x="9269748" y="388739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100°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48FE8FB4-6B28-1680-29CD-239451401333}"/>
              </a:ext>
            </a:extLst>
          </p:cNvPr>
          <p:cNvSpPr txBox="1"/>
          <p:nvPr/>
        </p:nvSpPr>
        <p:spPr>
          <a:xfrm>
            <a:off x="9130846" y="4435435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110°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E89934-4E7D-5C20-493A-A5A6BD67AACA}"/>
              </a:ext>
            </a:extLst>
          </p:cNvPr>
          <p:cNvSpPr/>
          <p:nvPr/>
        </p:nvSpPr>
        <p:spPr>
          <a:xfrm>
            <a:off x="10415999" y="121679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Genois</a:t>
            </a:r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C0C87A3-1BBC-96C7-1AE1-F746910396D2}"/>
              </a:ext>
            </a:extLst>
          </p:cNvPr>
          <p:cNvSpPr/>
          <p:nvPr/>
        </p:nvSpPr>
        <p:spPr>
          <a:xfrm>
            <a:off x="10415999" y="2755773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083D2AE-1C4C-E05F-4277-0E2028FA2CDE}"/>
              </a:ext>
            </a:extLst>
          </p:cNvPr>
          <p:cNvSpPr/>
          <p:nvPr/>
        </p:nvSpPr>
        <p:spPr>
          <a:xfrm>
            <a:off x="10415999" y="361142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Spi </a:t>
            </a:r>
            <a:r>
              <a:rPr lang="fr-FR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sym</a:t>
            </a:r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2D72729-931F-5B66-AB8A-61BDD075F963}"/>
              </a:ext>
            </a:extLst>
          </p:cNvPr>
          <p:cNvSpPr/>
          <p:nvPr/>
        </p:nvSpPr>
        <p:spPr>
          <a:xfrm>
            <a:off x="10415999" y="600605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Spi </a:t>
            </a:r>
            <a:r>
              <a:rPr lang="fr-FR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asym</a:t>
            </a:r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D9E52C-AA33-6A15-9998-8375BD1374C1}"/>
              </a:ext>
            </a:extLst>
          </p:cNvPr>
          <p:cNvSpPr/>
          <p:nvPr/>
        </p:nvSpPr>
        <p:spPr>
          <a:xfrm>
            <a:off x="10415999" y="840068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Reacher</a:t>
            </a:r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16D1C00-0430-FE6B-37A2-E51E144159D5}"/>
              </a:ext>
            </a:extLst>
          </p:cNvPr>
          <p:cNvSpPr/>
          <p:nvPr/>
        </p:nvSpPr>
        <p:spPr>
          <a:xfrm>
            <a:off x="10415999" y="1079531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Code 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D5E1EE-B3F5-40E6-B5F4-C9A3FCCACE85}"/>
              </a:ext>
            </a:extLst>
          </p:cNvPr>
          <p:cNvSpPr/>
          <p:nvPr/>
        </p:nvSpPr>
        <p:spPr>
          <a:xfrm>
            <a:off x="10415999" y="1318994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Code 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07C9F25-43FF-F703-3C25-E2678DF8BDB7}"/>
              </a:ext>
            </a:extLst>
          </p:cNvPr>
          <p:cNvSpPr/>
          <p:nvPr/>
        </p:nvSpPr>
        <p:spPr>
          <a:xfrm>
            <a:off x="10415999" y="1558457"/>
            <a:ext cx="1022059" cy="430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chemeClr val="tx1"/>
                </a:solidFill>
                <a:latin typeface="Consolas" panose="020B0609020204030204" pitchFamily="49" charset="0"/>
              </a:rPr>
              <a:t>Genaker</a:t>
            </a:r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algn="ctr"/>
            <a:r>
              <a:rPr lang="fr-FR" sz="1100" dirty="0">
                <a:solidFill>
                  <a:schemeClr val="tx1"/>
                </a:solidFill>
                <a:latin typeface="Consolas" panose="020B0609020204030204" pitchFamily="49" charset="0"/>
              </a:rPr>
              <a:t>(code H)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0BCA3DF-DFA9-66D6-4884-4001B82367D3}"/>
              </a:ext>
            </a:extLst>
          </p:cNvPr>
          <p:cNvSpPr/>
          <p:nvPr/>
        </p:nvSpPr>
        <p:spPr>
          <a:xfrm>
            <a:off x="10415999" y="2037383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F788BED-A1B3-C028-ADFE-D614FE9A2B17}"/>
              </a:ext>
            </a:extLst>
          </p:cNvPr>
          <p:cNvSpPr/>
          <p:nvPr/>
        </p:nvSpPr>
        <p:spPr>
          <a:xfrm>
            <a:off x="10415999" y="2276846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8863F4E-85EA-E47D-4FA3-8DE34DEE2778}"/>
              </a:ext>
            </a:extLst>
          </p:cNvPr>
          <p:cNvSpPr/>
          <p:nvPr/>
        </p:nvSpPr>
        <p:spPr>
          <a:xfrm>
            <a:off x="10415999" y="2516309"/>
            <a:ext cx="1022059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A1D09AA-8442-9B23-AFB1-2691E1E9C75D}"/>
              </a:ext>
            </a:extLst>
          </p:cNvPr>
          <p:cNvSpPr/>
          <p:nvPr/>
        </p:nvSpPr>
        <p:spPr>
          <a:xfrm>
            <a:off x="11496000" y="121679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FEFAD82-0A3E-39C6-F623-ADD268A76458}"/>
              </a:ext>
            </a:extLst>
          </p:cNvPr>
          <p:cNvSpPr/>
          <p:nvPr/>
        </p:nvSpPr>
        <p:spPr>
          <a:xfrm>
            <a:off x="11496000" y="2755773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C50D440-C059-0A74-D6B7-0CCC9E10D6D1}"/>
              </a:ext>
            </a:extLst>
          </p:cNvPr>
          <p:cNvSpPr/>
          <p:nvPr/>
        </p:nvSpPr>
        <p:spPr>
          <a:xfrm>
            <a:off x="11496000" y="361142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F78E49-23AD-147B-0638-074969856824}"/>
              </a:ext>
            </a:extLst>
          </p:cNvPr>
          <p:cNvSpPr/>
          <p:nvPr/>
        </p:nvSpPr>
        <p:spPr>
          <a:xfrm>
            <a:off x="11496000" y="600605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8C8DED4-E444-3DC2-C027-D0CBD3CBF015}"/>
              </a:ext>
            </a:extLst>
          </p:cNvPr>
          <p:cNvSpPr/>
          <p:nvPr/>
        </p:nvSpPr>
        <p:spPr>
          <a:xfrm>
            <a:off x="11496000" y="840068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DD4AC0-E09B-E3B8-94EB-539FD12ED966}"/>
              </a:ext>
            </a:extLst>
          </p:cNvPr>
          <p:cNvSpPr/>
          <p:nvPr/>
        </p:nvSpPr>
        <p:spPr>
          <a:xfrm>
            <a:off x="11496000" y="1079531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C0C05AA-DA6C-B16B-A973-662991C0ECC3}"/>
              </a:ext>
            </a:extLst>
          </p:cNvPr>
          <p:cNvSpPr/>
          <p:nvPr/>
        </p:nvSpPr>
        <p:spPr>
          <a:xfrm>
            <a:off x="11496000" y="1318994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EE4EAD-CF88-4F66-C170-40975A34E27C}"/>
              </a:ext>
            </a:extLst>
          </p:cNvPr>
          <p:cNvSpPr/>
          <p:nvPr/>
        </p:nvSpPr>
        <p:spPr>
          <a:xfrm>
            <a:off x="11496000" y="1662174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2D726A-2042-21F5-4107-A88BF164A036}"/>
              </a:ext>
            </a:extLst>
          </p:cNvPr>
          <p:cNvSpPr/>
          <p:nvPr/>
        </p:nvSpPr>
        <p:spPr>
          <a:xfrm>
            <a:off x="11496000" y="2037383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3D0DAA2-51A3-E46E-6C10-AD9BDC787949}"/>
              </a:ext>
            </a:extLst>
          </p:cNvPr>
          <p:cNvSpPr/>
          <p:nvPr/>
        </p:nvSpPr>
        <p:spPr>
          <a:xfrm>
            <a:off x="11496000" y="2276846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2E5CACD-EF94-0316-4440-B8E1891AD7A3}"/>
              </a:ext>
            </a:extLst>
          </p:cNvPr>
          <p:cNvSpPr/>
          <p:nvPr/>
        </p:nvSpPr>
        <p:spPr>
          <a:xfrm>
            <a:off x="11496000" y="2516309"/>
            <a:ext cx="500463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77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5C05-5C6F-9467-4B75-EBDC5F62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8626476-3292-77AB-FE5E-E3D2B33AFB78}"/>
              </a:ext>
            </a:extLst>
          </p:cNvPr>
          <p:cNvSpPr/>
          <p:nvPr/>
        </p:nvSpPr>
        <p:spPr>
          <a:xfrm>
            <a:off x="3036000" y="369000"/>
            <a:ext cx="6120000" cy="61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06F8467-9B3F-F8CC-2B42-CE8DDDCAA470}"/>
              </a:ext>
            </a:extLst>
          </p:cNvPr>
          <p:cNvSpPr/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37E0F68-CFD5-4B1F-9CDF-503C065A8C54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0EC24E-E6C6-9ADD-CC98-CD02C1213BD1}"/>
              </a:ext>
            </a:extLst>
          </p:cNvPr>
          <p:cNvSpPr/>
          <p:nvPr/>
        </p:nvSpPr>
        <p:spPr>
          <a:xfrm>
            <a:off x="3576000" y="909000"/>
            <a:ext cx="5040000" cy="50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570DA3C-4DFA-9238-7D38-A1E14CF013C9}"/>
              </a:ext>
            </a:extLst>
          </p:cNvPr>
          <p:cNvSpPr/>
          <p:nvPr/>
        </p:nvSpPr>
        <p:spPr>
          <a:xfrm>
            <a:off x="3756000" y="1089000"/>
            <a:ext cx="4680000" cy="46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35E9B2C-EE14-630A-F9B0-92BABFCED2F0}"/>
              </a:ext>
            </a:extLst>
          </p:cNvPr>
          <p:cNvSpPr/>
          <p:nvPr/>
        </p:nvSpPr>
        <p:spPr>
          <a:xfrm>
            <a:off x="3936000" y="1269000"/>
            <a:ext cx="4320000" cy="43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0DC0DFA-910D-3466-32E7-2E4F9355870D}"/>
              </a:ext>
            </a:extLst>
          </p:cNvPr>
          <p:cNvSpPr/>
          <p:nvPr/>
        </p:nvSpPr>
        <p:spPr>
          <a:xfrm>
            <a:off x="4116000" y="1449000"/>
            <a:ext cx="3960000" cy="39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33965B0-8458-10B6-99B3-A8151F653268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7333ED6-CE4C-D669-6C75-91F81D7C0754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4E2EEE8-688D-D35C-1689-97DC200969E5}"/>
              </a:ext>
            </a:extLst>
          </p:cNvPr>
          <p:cNvSpPr/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802B4B9-25FE-1C4B-0CEE-78E3A75B018D}"/>
              </a:ext>
            </a:extLst>
          </p:cNvPr>
          <p:cNvSpPr/>
          <p:nvPr/>
        </p:nvSpPr>
        <p:spPr>
          <a:xfrm>
            <a:off x="4836000" y="2169000"/>
            <a:ext cx="2520000" cy="25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8D57FFA-DFB5-48AF-7410-19D45A6A6790}"/>
              </a:ext>
            </a:extLst>
          </p:cNvPr>
          <p:cNvSpPr/>
          <p:nvPr/>
        </p:nvSpPr>
        <p:spPr>
          <a:xfrm>
            <a:off x="5016000" y="2349000"/>
            <a:ext cx="2160000" cy="21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3D430AC-98E9-D63F-C5A4-45C6118885A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8D84D45-2109-EB8C-0AF5-9429433423CA}"/>
              </a:ext>
            </a:extLst>
          </p:cNvPr>
          <p:cNvSpPr/>
          <p:nvPr/>
        </p:nvSpPr>
        <p:spPr>
          <a:xfrm>
            <a:off x="5376000" y="2709000"/>
            <a:ext cx="1440000" cy="14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C64491D-BC54-C434-7580-71E62A20F612}"/>
              </a:ext>
            </a:extLst>
          </p:cNvPr>
          <p:cNvSpPr/>
          <p:nvPr/>
        </p:nvSpPr>
        <p:spPr>
          <a:xfrm>
            <a:off x="5556000" y="2889000"/>
            <a:ext cx="1080000" cy="108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F8DD986-148D-737D-B3E5-C50DBE990E24}"/>
              </a:ext>
            </a:extLst>
          </p:cNvPr>
          <p:cNvSpPr/>
          <p:nvPr/>
        </p:nvSpPr>
        <p:spPr>
          <a:xfrm>
            <a:off x="5736000" y="3069000"/>
            <a:ext cx="720000" cy="72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0A2E136-9856-AB17-A192-E44EA9C6D173}"/>
              </a:ext>
            </a:extLst>
          </p:cNvPr>
          <p:cNvSpPr/>
          <p:nvPr/>
        </p:nvSpPr>
        <p:spPr>
          <a:xfrm>
            <a:off x="5916000" y="3249000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4259E6E8-B827-8BD7-02DF-4DEE04D0EA34}"/>
              </a:ext>
            </a:extLst>
          </p:cNvPr>
          <p:cNvCxnSpPr>
            <a:stCxn id="4" idx="4"/>
          </p:cNvCxnSpPr>
          <p:nvPr/>
        </p:nvCxnSpPr>
        <p:spPr>
          <a:xfrm flipV="1">
            <a:off x="6096000" y="0"/>
            <a:ext cx="0" cy="648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8DF48068-4197-FED9-2F6C-AA6F43533951}"/>
              </a:ext>
            </a:extLst>
          </p:cNvPr>
          <p:cNvGrpSpPr/>
          <p:nvPr/>
        </p:nvGrpSpPr>
        <p:grpSpPr>
          <a:xfrm rot="6600000">
            <a:off x="2856000" y="166140"/>
            <a:ext cx="6480000" cy="6502860"/>
            <a:chOff x="2856000" y="166140"/>
            <a:chExt cx="6480000" cy="6502860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E2707792-FC11-D74E-8576-CCFF695904AB}"/>
                </a:ext>
              </a:extLst>
            </p:cNvPr>
            <p:cNvSpPr/>
            <p:nvPr/>
          </p:nvSpPr>
          <p:spPr>
            <a:xfrm>
              <a:off x="2856000" y="189000"/>
              <a:ext cx="6480000" cy="648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0F7B0538-45AD-13A1-7182-C3FBDE674409}"/>
                </a:ext>
              </a:extLst>
            </p:cNvPr>
            <p:cNvSpPr/>
            <p:nvPr/>
          </p:nvSpPr>
          <p:spPr>
            <a:xfrm>
              <a:off x="6055680" y="166140"/>
              <a:ext cx="66440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BC385506-9A6D-8B41-5637-2DC62CF9E748}"/>
              </a:ext>
            </a:extLst>
          </p:cNvPr>
          <p:cNvCxnSpPr>
            <a:endCxn id="43" idx="0"/>
          </p:cNvCxnSpPr>
          <p:nvPr/>
        </p:nvCxnSpPr>
        <p:spPr>
          <a:xfrm>
            <a:off x="6096000" y="3429000"/>
            <a:ext cx="3057773" cy="1093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24DF3307-5C63-F3FB-8490-D30247C5A484}"/>
              </a:ext>
            </a:extLst>
          </p:cNvPr>
          <p:cNvCxnSpPr/>
          <p:nvPr/>
        </p:nvCxnSpPr>
        <p:spPr>
          <a:xfrm flipV="1">
            <a:off x="6104016" y="918250"/>
            <a:ext cx="2084540" cy="250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A2C7F04-CA2C-FD56-4BCD-ED906B3BABA9}"/>
              </a:ext>
            </a:extLst>
          </p:cNvPr>
          <p:cNvCxnSpPr/>
          <p:nvPr/>
        </p:nvCxnSpPr>
        <p:spPr>
          <a:xfrm flipV="1">
            <a:off x="6104016" y="1299888"/>
            <a:ext cx="2486176" cy="2106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1BCADF45-71EE-4002-764C-FFDE60731CE1}"/>
              </a:ext>
            </a:extLst>
          </p:cNvPr>
          <p:cNvCxnSpPr/>
          <p:nvPr/>
        </p:nvCxnSpPr>
        <p:spPr>
          <a:xfrm flipV="1">
            <a:off x="6104016" y="1554833"/>
            <a:ext cx="2659343" cy="1882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A1555A1-A9B6-7B45-598E-34E8FD5A9FF0}"/>
              </a:ext>
            </a:extLst>
          </p:cNvPr>
          <p:cNvCxnSpPr/>
          <p:nvPr/>
        </p:nvCxnSpPr>
        <p:spPr>
          <a:xfrm flipV="1">
            <a:off x="6104016" y="1763442"/>
            <a:ext cx="2812271" cy="1643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0B827147-EB56-E9BA-FB3F-3403DFCFEDCE}"/>
              </a:ext>
            </a:extLst>
          </p:cNvPr>
          <p:cNvCxnSpPr/>
          <p:nvPr/>
        </p:nvCxnSpPr>
        <p:spPr>
          <a:xfrm flipV="1">
            <a:off x="6104016" y="2276580"/>
            <a:ext cx="3052917" cy="1130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D7A4B42F-1B60-B370-D67B-9FBC046706FB}"/>
              </a:ext>
            </a:extLst>
          </p:cNvPr>
          <p:cNvCxnSpPr/>
          <p:nvPr/>
        </p:nvCxnSpPr>
        <p:spPr>
          <a:xfrm>
            <a:off x="6104016" y="3406736"/>
            <a:ext cx="2819371" cy="1608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0C24C0E6-DE63-2A13-863D-F65CDC28B8AF}"/>
              </a:ext>
            </a:extLst>
          </p:cNvPr>
          <p:cNvCxnSpPr/>
          <p:nvPr/>
        </p:nvCxnSpPr>
        <p:spPr>
          <a:xfrm>
            <a:off x="6104016" y="3406736"/>
            <a:ext cx="2495303" cy="2073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B0B9467E-801D-4A46-AB58-F203A74C7A38}"/>
              </a:ext>
            </a:extLst>
          </p:cNvPr>
          <p:cNvCxnSpPr/>
          <p:nvPr/>
        </p:nvCxnSpPr>
        <p:spPr>
          <a:xfrm>
            <a:off x="6104016" y="3406736"/>
            <a:ext cx="2095418" cy="2474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F8ABCFE5-C931-622C-71DB-F334A44CEC46}"/>
              </a:ext>
            </a:extLst>
          </p:cNvPr>
          <p:cNvCxnSpPr/>
          <p:nvPr/>
        </p:nvCxnSpPr>
        <p:spPr>
          <a:xfrm>
            <a:off x="6104016" y="3406736"/>
            <a:ext cx="1631864" cy="2800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D8016F81-325C-7C68-CB2E-E6879B433052}"/>
              </a:ext>
            </a:extLst>
          </p:cNvPr>
          <p:cNvCxnSpPr/>
          <p:nvPr/>
        </p:nvCxnSpPr>
        <p:spPr>
          <a:xfrm>
            <a:off x="6104016" y="3406736"/>
            <a:ext cx="1118726" cy="3041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6D1054E3-E5B9-AE1F-89C7-A0D3693ECB0B}"/>
              </a:ext>
            </a:extLst>
          </p:cNvPr>
          <p:cNvCxnSpPr/>
          <p:nvPr/>
        </p:nvCxnSpPr>
        <p:spPr>
          <a:xfrm>
            <a:off x="6104016" y="3406736"/>
            <a:ext cx="571598" cy="318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3B770908-B4CC-DB09-EDFA-FBDC8F3C7C48}"/>
              </a:ext>
            </a:extLst>
          </p:cNvPr>
          <p:cNvSpPr txBox="1"/>
          <p:nvPr/>
        </p:nvSpPr>
        <p:spPr>
          <a:xfrm>
            <a:off x="8070807" y="704851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40°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49AC5648-51DC-4595-836A-0C64B05F7776}"/>
              </a:ext>
            </a:extLst>
          </p:cNvPr>
          <p:cNvSpPr txBox="1"/>
          <p:nvPr/>
        </p:nvSpPr>
        <p:spPr>
          <a:xfrm>
            <a:off x="8500789" y="109777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50°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1484A130-7B71-E5FE-C634-022EB2557E4C}"/>
              </a:ext>
            </a:extLst>
          </p:cNvPr>
          <p:cNvSpPr txBox="1"/>
          <p:nvPr/>
        </p:nvSpPr>
        <p:spPr>
          <a:xfrm>
            <a:off x="8715638" y="1370440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55°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6FAAE362-5665-4E6B-679C-EDAC8C9961AF}"/>
              </a:ext>
            </a:extLst>
          </p:cNvPr>
          <p:cNvSpPr txBox="1"/>
          <p:nvPr/>
        </p:nvSpPr>
        <p:spPr>
          <a:xfrm>
            <a:off x="8854364" y="162065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60°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C52511B7-E1D4-C71E-E6C6-FE6CF6EAD62A}"/>
              </a:ext>
            </a:extLst>
          </p:cNvPr>
          <p:cNvSpPr txBox="1"/>
          <p:nvPr/>
        </p:nvSpPr>
        <p:spPr>
          <a:xfrm>
            <a:off x="9100502" y="2099630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70°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1429D532-37E5-BF1F-1818-46103FB48ACF}"/>
              </a:ext>
            </a:extLst>
          </p:cNvPr>
          <p:cNvSpPr txBox="1"/>
          <p:nvPr/>
        </p:nvSpPr>
        <p:spPr>
          <a:xfrm>
            <a:off x="8843647" y="492335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120°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B76D616-BE5A-D4FA-B401-EE766523340E}"/>
              </a:ext>
            </a:extLst>
          </p:cNvPr>
          <p:cNvSpPr txBox="1"/>
          <p:nvPr/>
        </p:nvSpPr>
        <p:spPr>
          <a:xfrm>
            <a:off x="8538060" y="5450998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130°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5E8EE244-47D1-D873-EDB0-1DC627A9D663}"/>
              </a:ext>
            </a:extLst>
          </p:cNvPr>
          <p:cNvSpPr txBox="1"/>
          <p:nvPr/>
        </p:nvSpPr>
        <p:spPr>
          <a:xfrm>
            <a:off x="8136602" y="5842036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140°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23C08914-C1C3-E8EB-005D-963674530BD7}"/>
              </a:ext>
            </a:extLst>
          </p:cNvPr>
          <p:cNvSpPr txBox="1"/>
          <p:nvPr/>
        </p:nvSpPr>
        <p:spPr>
          <a:xfrm>
            <a:off x="7627214" y="6210245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150°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1EE3440B-35A2-BE60-0B4A-7A018FEF6303}"/>
              </a:ext>
            </a:extLst>
          </p:cNvPr>
          <p:cNvSpPr txBox="1"/>
          <p:nvPr/>
        </p:nvSpPr>
        <p:spPr>
          <a:xfrm>
            <a:off x="7080239" y="6458112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160°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5C3A9145-C5A3-C129-5DA4-97546160509C}"/>
              </a:ext>
            </a:extLst>
          </p:cNvPr>
          <p:cNvSpPr txBox="1"/>
          <p:nvPr/>
        </p:nvSpPr>
        <p:spPr>
          <a:xfrm>
            <a:off x="6525588" y="661314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170°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D464CEBD-A08E-541E-98C1-E3368426CFD3}"/>
              </a:ext>
            </a:extLst>
          </p:cNvPr>
          <p:cNvSpPr txBox="1"/>
          <p:nvPr/>
        </p:nvSpPr>
        <p:spPr>
          <a:xfrm flipH="1">
            <a:off x="5916000" y="6642138"/>
            <a:ext cx="7619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onsolas" panose="020B0609020204030204" pitchFamily="49" charset="0"/>
              </a:rPr>
              <a:t>180°</a:t>
            </a: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FEDF33C8-65A8-77F6-0588-0FB844539E66}"/>
              </a:ext>
            </a:extLst>
          </p:cNvPr>
          <p:cNvCxnSpPr/>
          <p:nvPr/>
        </p:nvCxnSpPr>
        <p:spPr>
          <a:xfrm flipV="1">
            <a:off x="6248400" y="2998373"/>
            <a:ext cx="3200800" cy="583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952A3AA5-6E56-67CF-BCBB-AF8155F71FBC}"/>
              </a:ext>
            </a:extLst>
          </p:cNvPr>
          <p:cNvCxnSpPr/>
          <p:nvPr/>
        </p:nvCxnSpPr>
        <p:spPr>
          <a:xfrm flipV="1">
            <a:off x="6248400" y="3562871"/>
            <a:ext cx="3251431" cy="18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F73F4632-34E4-92B6-B110-EAF7FC5FAA2C}"/>
              </a:ext>
            </a:extLst>
          </p:cNvPr>
          <p:cNvCxnSpPr/>
          <p:nvPr/>
        </p:nvCxnSpPr>
        <p:spPr>
          <a:xfrm>
            <a:off x="6248400" y="3581400"/>
            <a:ext cx="3203266" cy="546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6E5217BD-0A4E-A269-1F5C-7FDB323D256F}"/>
              </a:ext>
            </a:extLst>
          </p:cNvPr>
          <p:cNvCxnSpPr/>
          <p:nvPr/>
        </p:nvCxnSpPr>
        <p:spPr>
          <a:xfrm>
            <a:off x="6248400" y="3581400"/>
            <a:ext cx="3057773" cy="1093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38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6D3223-2856-55F3-FF5E-852E879249D4}"/>
              </a:ext>
            </a:extLst>
          </p:cNvPr>
          <p:cNvSpPr/>
          <p:nvPr/>
        </p:nvSpPr>
        <p:spPr>
          <a:xfrm>
            <a:off x="3893717" y="995888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Genois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A2646-B37E-4367-0110-69FB13964346}"/>
              </a:ext>
            </a:extLst>
          </p:cNvPr>
          <p:cNvSpPr/>
          <p:nvPr/>
        </p:nvSpPr>
        <p:spPr>
          <a:xfrm>
            <a:off x="3893717" y="3629982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681E0-984E-F884-BA3C-761F61A7054C}"/>
              </a:ext>
            </a:extLst>
          </p:cNvPr>
          <p:cNvSpPr/>
          <p:nvPr/>
        </p:nvSpPr>
        <p:spPr>
          <a:xfrm>
            <a:off x="3893717" y="1235351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Spi </a:t>
            </a:r>
            <a:r>
              <a:rPr lang="fr-F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sym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16873D-AD50-210B-19BD-F34F72752E95}"/>
              </a:ext>
            </a:extLst>
          </p:cNvPr>
          <p:cNvSpPr/>
          <p:nvPr/>
        </p:nvSpPr>
        <p:spPr>
          <a:xfrm>
            <a:off x="3893717" y="1474814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Spi </a:t>
            </a:r>
            <a:r>
              <a:rPr lang="fr-F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asym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F61DBD-20A8-DF73-D9C8-EA91CF8E64DC}"/>
              </a:ext>
            </a:extLst>
          </p:cNvPr>
          <p:cNvSpPr/>
          <p:nvPr/>
        </p:nvSpPr>
        <p:spPr>
          <a:xfrm>
            <a:off x="3893717" y="1714277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Reacher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6DE262-7C99-F9D4-4DB9-3FCF3D3BA323}"/>
              </a:ext>
            </a:extLst>
          </p:cNvPr>
          <p:cNvSpPr/>
          <p:nvPr/>
        </p:nvSpPr>
        <p:spPr>
          <a:xfrm>
            <a:off x="3893717" y="1953740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Code 0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325208-C8EF-146F-C1E1-64ED3C6ABCAA}"/>
              </a:ext>
            </a:extLst>
          </p:cNvPr>
          <p:cNvSpPr/>
          <p:nvPr/>
        </p:nvSpPr>
        <p:spPr>
          <a:xfrm>
            <a:off x="3893717" y="2193203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03048-A757-A33E-99B9-A5822D070B5D}"/>
              </a:ext>
            </a:extLst>
          </p:cNvPr>
          <p:cNvSpPr/>
          <p:nvPr/>
        </p:nvSpPr>
        <p:spPr>
          <a:xfrm>
            <a:off x="3893717" y="2432666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AD4D6-3D11-0C26-73C7-692BB98AC66A}"/>
              </a:ext>
            </a:extLst>
          </p:cNvPr>
          <p:cNvSpPr/>
          <p:nvPr/>
        </p:nvSpPr>
        <p:spPr>
          <a:xfrm>
            <a:off x="3893717" y="2672129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7A58EF-584F-D314-7469-AEF739ACA094}"/>
              </a:ext>
            </a:extLst>
          </p:cNvPr>
          <p:cNvSpPr/>
          <p:nvPr/>
        </p:nvSpPr>
        <p:spPr>
          <a:xfrm>
            <a:off x="3893717" y="2911592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D4BAE-2125-C98D-FEA4-CBC08530D3D4}"/>
              </a:ext>
            </a:extLst>
          </p:cNvPr>
          <p:cNvSpPr/>
          <p:nvPr/>
        </p:nvSpPr>
        <p:spPr>
          <a:xfrm>
            <a:off x="3893717" y="3151055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787A3B-7DE2-8E03-4A90-0355DF5C9FEF}"/>
              </a:ext>
            </a:extLst>
          </p:cNvPr>
          <p:cNvSpPr/>
          <p:nvPr/>
        </p:nvSpPr>
        <p:spPr>
          <a:xfrm>
            <a:off x="3893717" y="3390518"/>
            <a:ext cx="1334506" cy="204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139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79</Words>
  <Application>Microsoft Office PowerPoint</Application>
  <PresentationFormat>Grand écran</PresentationFormat>
  <Paragraphs>41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fages</dc:creator>
  <cp:lastModifiedBy>pierre fages</cp:lastModifiedBy>
  <cp:revision>1</cp:revision>
  <dcterms:created xsi:type="dcterms:W3CDTF">2025-06-22T16:47:56Z</dcterms:created>
  <dcterms:modified xsi:type="dcterms:W3CDTF">2025-06-22T20:29:39Z</dcterms:modified>
</cp:coreProperties>
</file>